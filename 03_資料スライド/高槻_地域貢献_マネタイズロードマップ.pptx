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高槻市 地域貢献 × マネタイズ ロードマップ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6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無料支援から始める、継続収益モデル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520440"/>
            <a:ext cx="2743200" cy="3657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2026年5月20日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全体の流れ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280160"/>
            <a:ext cx="201168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地域の事業者・団体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高槻市内の中小企業・飲食店・NPO等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128016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14600" y="1280160"/>
            <a:ext cx="201168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280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無料支援（フェーズ1）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06040" y="16916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SNS診断・相談会・NPO支援など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80160"/>
            <a:ext cx="201168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280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追加提案（フェーズ2）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16916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SNS代行・META広告・LP制作など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128016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12280" y="1280160"/>
            <a:ext cx="201168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280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継続契約（フェーズ3〜4）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03720" y="16916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月額収益・ブランド化・拡大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23160" y="1920240"/>
            <a:ext cx="64008" cy="2011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04872" y="1847088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0" y="1920240"/>
            <a:ext cx="64008" cy="2011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1847088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720840" y="1920240"/>
            <a:ext cx="64008" cy="2011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02552" y="1847088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371600" y="3017520"/>
            <a:ext cx="6400800" cy="594360"/>
          </a:xfrm>
          <a:prstGeom prst="rect">
            <a:avLst/>
          </a:prstGeom>
          <a:solidFill>
            <a:srgbClr val="D6E8F8"/>
          </a:solidFill>
          <a:ln w="12700">
            <a:solidFill>
              <a:srgbClr val="D6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371600" y="30175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売り込まず、役に立つことで選ばれる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05840"/>
            <a:ext cx="2651760" cy="7315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無料支援（入口）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SNS無料診断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集客相談会（月1回）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NPO・地域団体のSNS代行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求人アドバイス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2651760" cy="731520"/>
          </a:xfrm>
          <a:prstGeom prst="rect">
            <a:avLst/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058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794760" y="10058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ポータルサイト（基盤）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828800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飲食店・病院・美容院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イベント情報・コラム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求人情報の集約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地域の総合情報拠点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100584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005840"/>
            <a:ext cx="2651760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0058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📣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75120" y="10058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デジタルマーケティング支援（収益）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1828800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SNS運用代行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LP制作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META広告運用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求人広告の取り扱い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フェーズ1｜無料で接点をつくる（0〜2ヶ月）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3474720"/>
        </p:xfrm>
        <a:graphic>
          <a:graphicData uri="http://schemas.openxmlformats.org/drawingml/2006/table">
            <a:tbl>
              <a:tblPr/>
              <a:tblGrid>
                <a:gridCol w="2194560"/>
                <a:gridCol w="3474720"/>
                <a:gridCol w="274320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無料サービス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ターゲット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SNS無料診断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改善点を1枚シートにまとめて渡す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集客に悩む飲食店・小売店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集客相談会（月1回）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無料30分相談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中小企業・個人事業主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NPO・地域団体のSNS代行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（3ヶ月限定）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地域の非営利団体のSNS投稿を無料運用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子ども食堂・ボランティア団体等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求人アドバイス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求人票の書き方・掲載場所を無料アドバイス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採用難の中小企業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ポータルサイト無料掲載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地域事業者の情報をサイトに掲載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地域事業者全般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D6E8F8"/>
          </a:solidFill>
          <a:ln w="12700">
            <a:solidFill>
              <a:srgbClr val="D6E8F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44348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目標KPI：無料診断・相談 月10件以上 ／ 掲載施設 50件以上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フェーズ2｜信頼から次の提案へ（2〜4ヶ月）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274320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無料で接触した相手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提案するサービス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単価目安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SNS診断を受けた事業者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SNS運用代行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月3〜10万円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集客相談に来た事業者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META広告運用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月5〜15万円＋広告費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HPが古い事業者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LP制作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1案件 15〜50万円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採用に困っている会社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求人広告の取り扱い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掲載ごとに手数料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ポータル無料掲載の店舗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有料プランへ誘導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月3,000〜10,000円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D6E8F8"/>
          </a:solidFill>
          <a:ln w="12700">
            <a:solidFill>
              <a:srgbClr val="D6E8F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44348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目標KPI：有料転換率 20%以上 ／ 月次収益 ¥5〜15万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フェーズ3〜4｜継続収益の確立（4ヶ月〜）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3291840"/>
        </p:xfrm>
        <a:graphic>
          <a:graphicData uri="http://schemas.openxmlformats.org/drawingml/2006/table">
            <a:tbl>
              <a:tblPr/>
              <a:tblGrid>
                <a:gridCol w="3474720"/>
                <a:gridCol w="1645920"/>
                <a:gridCol w="32918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収益源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種別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単価目安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SNS運用代行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¥3〜10万 × 件数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META広告運用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¥5〜15万 × 件数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LP制作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¥15〜50万 × 件数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求人広告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¥1〜3万 × 件数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ポータル有料掲載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¥3,000〜10,000 × 店舗数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365760" y="4251960"/>
            <a:ext cx="841248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57200" y="42519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フェーズ4（12ヶ月〜）　大型イベント主催・近隣都市（茨木・摂津・島本）への展開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フェーズ別 収益サマリ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1920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914400"/>
            <a:ext cx="1920240" cy="548640"/>
          </a:xfrm>
          <a:prstGeom prst="rect">
            <a:avLst/>
          </a:prstGeom>
          <a:solidFill>
            <a:srgbClr val="6B90B4"/>
          </a:solidFill>
          <a:ln w="12700">
            <a:solidFill>
              <a:srgbClr val="6B90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0〜2ヶ月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無料期間・信頼獲得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8346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9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331720" y="914400"/>
            <a:ext cx="1920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31720" y="914400"/>
            <a:ext cx="1920240" cy="5486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914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23160" y="15544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2〜4ヶ月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23160" y="20116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有料転換・初期契約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77440" y="28346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¥5〜15万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389120" y="914400"/>
            <a:ext cx="1920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0" y="914400"/>
            <a:ext cx="192024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914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80560" y="15544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4〜12ヶ月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80560" y="20116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継続契約・複数収益柱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34840" y="28346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¥20〜50万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46520" y="914400"/>
            <a:ext cx="1920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914400"/>
            <a:ext cx="1920240" cy="5486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914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37960" y="15544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12ヶ月〜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20116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ブランド化・拡大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28346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¥50万〜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今すぐ始めること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50292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86868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868680"/>
            <a:ext cx="6492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SNS診断シートのテンプレート作成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35608"/>
            <a:ext cx="84124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D0DF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35608"/>
            <a:ext cx="50292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43560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1435608"/>
            <a:ext cx="6492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Instagramアカウント開設・初投稿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002536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002536"/>
            <a:ext cx="50292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00253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2002536"/>
            <a:ext cx="6492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無料相談会の第1回開催（場所・日程を決める）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569464"/>
            <a:ext cx="84124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D0DF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569464"/>
            <a:ext cx="502920" cy="53035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56946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03120" y="2569464"/>
            <a:ext cx="6492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知り合いの飲食店・美容院にSNS診断を試す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136392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136392"/>
            <a:ext cx="502920" cy="53035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13639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03120" y="3136392"/>
            <a:ext cx="6492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連携できるNPO・地域団体のリサーチ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3703320"/>
            <a:ext cx="84124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D0DF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703320"/>
            <a:ext cx="502920" cy="530352"/>
          </a:xfrm>
          <a:prstGeom prst="rect">
            <a:avLst/>
          </a:prstGeom>
          <a:solidFill>
            <a:srgbClr val="6B90B4"/>
          </a:solidFill>
          <a:ln w="12700">
            <a:solidFill>
              <a:srgbClr val="6B90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70332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9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★☆☆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03120" y="3703320"/>
            <a:ext cx="6492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ポータルサイトの設計・参考サイト分析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" cy="6858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「地域貢献」と「営業」を分けて考えない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02920" cy="6858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659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96596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無料で本当に役立つことをすれば、相手から「お願いしたい」と言ってくれる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502920" cy="6858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3464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83464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売り込まなくていい状態をつくることがゴール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502920" cy="6858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033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70332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6ヶ月で月収20万円、12ヶ月で月収50万円以上を目指す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高槻市 地域貢献 × マネタイズ ロードマップ</dc:title>
  <dc:subject>PptxGenJS Presentation</dc:subject>
  <dc:creator>PptxGenJS</dc:creator>
  <cp:lastModifiedBy>PptxGenJS</cp:lastModifiedBy>
  <cp:revision>1</cp:revision>
  <dcterms:created xsi:type="dcterms:W3CDTF">2026-05-20T14:25:40Z</dcterms:created>
  <dcterms:modified xsi:type="dcterms:W3CDTF">2026-05-20T14:25:40Z</dcterms:modified>
</cp:coreProperties>
</file>