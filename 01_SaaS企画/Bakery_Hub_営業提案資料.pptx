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291840" cy="38404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2C2A"/>
                </a:solidFill>
              </a:rPr>
              <a:t>パン屋さんのための業務管理SaaS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Bakery Hub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75488" y="2971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066"/>
                </a:solidFill>
              </a:rPr>
              <a:t>予約・顧客・在庫を、ひとつの画面で。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4206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E6D3"/>
                </a:solidFill>
              </a:rPr>
              <a:t>高槻市内の個人経営パン屋さんへ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A066"/>
                </a:solidFill>
              </a:rPr>
              <a:t>2026.06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0" y="-548640"/>
            <a:ext cx="3108960" cy="3108960"/>
          </a:xfrm>
          <a:prstGeom prst="ellipse">
            <a:avLst/>
          </a:prstGeom>
          <a:solidFill>
            <a:srgbClr val="B45309">
              <a:alpha val="25000"/>
            </a:srgbClr>
          </a:solidFill>
          <a:ln w="12700">
            <a:solidFill>
              <a:srgbClr val="B45309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1737360"/>
            <a:ext cx="1828800" cy="1828800"/>
          </a:xfrm>
          <a:prstGeom prst="ellipse">
            <a:avLst/>
          </a:prstGeom>
          <a:solidFill>
            <a:srgbClr val="D9A066">
              <a:alpha val="18000"/>
            </a:srgbClr>
          </a:solidFill>
          <a:ln w="12700">
            <a:solidFill>
              <a:srgbClr val="D9A066">
                <a:alpha val="1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こんなお悩み、ありませんか？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📒  予約がバラバラ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4F3F"/>
                </a:solidFill>
              </a:rPr>
              <a:t>電話・Instagram DM・ノートに散らばり、毎朝の確認に時間がかかる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🧠  常連さんは記憶頼み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4F3F"/>
                </a:solidFill>
              </a:rPr>
              <a:t>「あの方は何が好きだったか」がオーナーの頭の中だけにある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🥐  何個焼けばいい？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4F3F"/>
                </a:solidFill>
              </a:rPr>
              <a:t>製造数はカン頼み。焼きすぎれば廃棄、足りなければ売り逃し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291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📞  問い合わせで手が止まる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38404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4F3F"/>
                </a:solidFill>
              </a:rPr>
              <a:t>「◯◯ありますか？」の電話のたびに製造・接客が中断する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その悩み、実は利益を直接削っています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06040" cy="356616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0604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日持ち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しない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2A23"/>
                </a:solidFill>
              </a:rPr>
              <a:t>売れ残りはそのまま廃棄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パンは翌日に持ち越せない。焼きすぎた分は、ほぼそのまま損失になる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1143000"/>
            <a:ext cx="2606040" cy="356616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143000"/>
            <a:ext cx="260604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1430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月収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約30万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47288" y="2514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2A23"/>
                </a:solidFill>
              </a:rPr>
              <a:t>もともと利益が薄い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3200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個人パン屋オーナーの月収は平均約30万円。小さなロスが経営に響く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1143000"/>
            <a:ext cx="2606040" cy="356616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143000"/>
            <a:ext cx="2606040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1430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中断</a:t>
            </a:r>
            <a:endParaRPr lang="en-US" sz="2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＝損失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54496" y="25146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B2A23"/>
                </a:solidFill>
              </a:rPr>
              <a:t>時間のロスも見えない損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54496" y="32004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製造・接客の中断は、本来作れたパン・売れたパンを減らしている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676"/>
                </a:solidFill>
              </a:rPr>
              <a:t>出典：マネーフォワード クラウド「パン屋の開業」（月商・オーナー月収の目安）。数値は一般的な目安であり、店舗により異なります。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Bakery Hub が解決します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64592" cy="2651760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7863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500" dirty="0">
                <a:solidFill>
                  <a:srgbClr val="3B2A23"/>
                </a:solidFill>
              </a:rPr>
              <a:t>「予約・顧客・商品・在庫」を</a:t>
            </a:r>
            <a:endParaRPr lang="en-US" sz="2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500" dirty="0">
                <a:solidFill>
                  <a:srgbClr val="3B2A23"/>
                </a:solidFill>
              </a:rPr>
              <a:t>ひとつのクラウドにまとめ、</a:t>
            </a:r>
            <a:endParaRPr lang="en-US" sz="2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500" dirty="0">
                <a:solidFill>
                  <a:srgbClr val="3B2A23"/>
                </a:solidFill>
              </a:rPr>
              <a:t>バラバラの管理と、頭の中の記憶頼みを</a:t>
            </a:r>
            <a:endParaRPr lang="en-US" sz="2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500" dirty="0">
                <a:solidFill>
                  <a:srgbClr val="3B2A23"/>
                </a:solidFill>
              </a:rPr>
              <a:t>まとめて解消します。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265176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集約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情報がひとつの画面に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55848" y="4023360"/>
            <a:ext cx="265176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連動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予約・在庫・売上が自動でつながる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4496" y="4023360"/>
            <a:ext cx="2651760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かんたん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スマホ世代の店長がすぐ使える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導入すると、毎日がこう変わります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502920"/>
          </a:xfrm>
          <a:prstGeom prst="rect">
            <a:avLst/>
          </a:prstGeom>
          <a:solidFill>
            <a:srgbClr val="F5E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3"/>
                </a:solidFill>
              </a:rPr>
              <a:t>業務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1097280"/>
            <a:ext cx="2560320" cy="502920"/>
          </a:xfrm>
          <a:prstGeom prst="rect">
            <a:avLst/>
          </a:prstGeom>
          <a:solidFill>
            <a:srgbClr val="F5E6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3"/>
                </a:solidFill>
              </a:rPr>
              <a:t>いままで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374904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097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Bakery Hub 導入後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92024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6002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F"/>
                </a:solidFill>
              </a:rPr>
              <a:t>予約管理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256032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6002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F3F"/>
                </a:solidFill>
              </a:rPr>
              <a:t>電話・DM・メモに分散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0" y="1600200"/>
            <a:ext cx="3749040" cy="621792"/>
          </a:xfrm>
          <a:prstGeom prst="rect">
            <a:avLst/>
          </a:prstGeom>
          <a:solidFill>
            <a:srgbClr val="FBEAD2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6002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</a:rPr>
              <a:t>1画面に集約、状態がひと目で分かる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21992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2219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F"/>
                </a:solidFill>
              </a:rPr>
              <a:t>製造数の決定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2221992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22199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F3F"/>
                </a:solidFill>
              </a:rPr>
              <a:t>毎朝カン頼み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2221992"/>
            <a:ext cx="3749040" cy="621792"/>
          </a:xfrm>
          <a:prstGeom prst="rect">
            <a:avLst/>
          </a:prstGeom>
          <a:solidFill>
            <a:srgbClr val="FBEAD2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22199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</a:rPr>
              <a:t>予約数＋定番の販売数を自動集計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192024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437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F"/>
                </a:solidFill>
              </a:rPr>
              <a:t>常連さん対応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2843784"/>
            <a:ext cx="256032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F3F"/>
                </a:solidFill>
              </a:rPr>
              <a:t>オーナーの記憶頼み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2843784"/>
            <a:ext cx="3749040" cy="621792"/>
          </a:xfrm>
          <a:prstGeom prst="rect">
            <a:avLst/>
          </a:prstGeom>
          <a:solidFill>
            <a:srgbClr val="FBEAD2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28437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</a:rPr>
              <a:t>顧客カルテで誰でも同じ対応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46557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4655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F"/>
                </a:solidFill>
              </a:rPr>
              <a:t>在庫・廃棄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468880" y="3465576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78608" y="34655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F3F"/>
                </a:solidFill>
              </a:rPr>
              <a:t>記録していない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3465576"/>
            <a:ext cx="3749040" cy="621792"/>
          </a:xfrm>
          <a:prstGeom prst="rect">
            <a:avLst/>
          </a:prstGeom>
          <a:solidFill>
            <a:srgbClr val="FBEAD2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46557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</a:rPr>
              <a:t>販売数・廃棄数を毎日記録して分析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87368"/>
            <a:ext cx="192024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40873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4F3F"/>
                </a:solidFill>
              </a:rPr>
              <a:t>スタッフ共有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68880" y="4087368"/>
            <a:ext cx="2560320" cy="621792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4F3F"/>
                </a:solidFill>
              </a:rPr>
              <a:t>口頭・紙で漏れる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4087368"/>
            <a:ext cx="3749040" cy="621792"/>
          </a:xfrm>
          <a:prstGeom prst="rect">
            <a:avLst/>
          </a:prstGeom>
          <a:solidFill>
            <a:srgbClr val="FBEAD2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40873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5309"/>
                </a:solidFill>
              </a:rPr>
              <a:t>クラウドでリアルタイム共有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主な機能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15184" cy="10972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99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🗓️  予約・取り置き管理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8424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受取日時・商品・お客様を登録し、準備〜受取をステータスで管理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14300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143000"/>
            <a:ext cx="2615184" cy="10972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99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👤  顧客カルテ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8424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連絡先・購入履歴・好み・アレルギーをメモ。検索もすぐ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114300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143000"/>
            <a:ext cx="2615184" cy="10972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399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🍞  商品管理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198424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商品名・カテゴリ・価格・販売状況をまとめて管理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315468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0" y="3154680"/>
            <a:ext cx="2615184" cy="10972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3410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📦  在庫・廃棄記録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93392" y="399592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製造数・販売数・廃棄数を入力すると残数を自動計算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154680"/>
            <a:ext cx="261518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3154680"/>
            <a:ext cx="2615184" cy="109728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34107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📊  ダッシュボード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93792" y="399592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4F3F"/>
                </a:solidFill>
              </a:rPr>
              <a:t>本日の予約・売上・人気商品・在庫・顧客数をひと目で把握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レジ・POSアプリとの違い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8676"/>
                </a:solidFill>
              </a:rPr>
              <a:t>一般的なレジ・POSアプリ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4F3F"/>
                </a:solidFill>
              </a:rPr>
              <a:t>会計・売上の集計が中心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4F3F"/>
                </a:solidFill>
              </a:rPr>
              <a:t>予約・取り置きは苦手なことが多い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4F3F"/>
                </a:solidFill>
              </a:rPr>
              <a:t>常連さんの好みは残らない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B4F3F"/>
                </a:solidFill>
              </a:rPr>
              <a:t>多機能で、かえって複雑になりがち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35661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Bakery 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4920" y="19202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予約・取り置きが中核機能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常連さんの購入傾向・メモを蓄積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パン屋の「売切れ・予約」に最適化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IT が苦手な店長でも初日から使える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676"/>
                </a:solidFill>
              </a:rPr>
              <a:t>※ 市場の全ツールを調査したものではなく、代表的なPOSアプリとの比較です。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料金プラン（想定）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430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A23"/>
                </a:solidFill>
              </a:rPr>
              <a:t>スタータープラン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月額 9,800円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8676"/>
                </a:solidFill>
              </a:rPr>
              <a:t>まず試したい1店舗向け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97180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4F3F"/>
                </a:solidFill>
              </a:rPr>
              <a:t>1店舗・利用者3名まで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4F3F"/>
                </a:solidFill>
              </a:rPr>
              <a:t>予約・顧客・商品・在庫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4F3F"/>
                </a:solidFill>
              </a:rPr>
              <a:t>ダッシュボード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566160" cy="3200400"/>
          </a:xfrm>
          <a:prstGeom prst="rect">
            <a:avLst/>
          </a:prstGeom>
          <a:solidFill>
            <a:srgbClr val="B45309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スタンダードプラン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月額 19,800円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6D3"/>
                </a:solidFill>
              </a:rPr>
              <a:t>スタッフと使い込む店舗向け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97180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1店舗・利用者10名まで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スターターの全機能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分析レポート（順次追加）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A23"/>
                </a:solidFill>
              </a:rPr>
              <a:t>まずは3カ月の無料トライアルで、いつもの業務がどれだけラクになるかをお試しいただけます。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81888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8676"/>
                </a:solidFill>
              </a:rPr>
              <a:t>※ 料金は現時点の想定です。正式な価格は店舗の皆さまのご意見をふまえて決定します。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導入はかんたん 4ステップ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1920240" cy="237744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78308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23"/>
                </a:solidFill>
              </a:rPr>
              <a:t>お申し込み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F3F"/>
                </a:solidFill>
              </a:rPr>
              <a:t>メール1つで登録。難しい設定は不要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377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066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78608" y="1554480"/>
            <a:ext cx="1920240" cy="237744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78308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7004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23"/>
                </a:solidFill>
              </a:rPr>
              <a:t>初期設定サポート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F3F"/>
                </a:solidFill>
              </a:rPr>
              <a:t>商品・常連さんの登録をこちらがお手伝い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2377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06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0016" y="1554480"/>
            <a:ext cx="1920240" cy="237744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85816" y="178308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91456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23"/>
                </a:solidFill>
              </a:rPr>
              <a:t>3カ月 無料でお試し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37176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F3F"/>
                </a:solidFill>
              </a:rPr>
              <a:t>ふだんの業務でそのまま使って効果を実感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237744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A066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21424" y="1554480"/>
            <a:ext cx="1920240" cy="2377440"/>
          </a:xfrm>
          <a:prstGeom prst="rect">
            <a:avLst/>
          </a:prstGeom>
          <a:solidFill>
            <a:srgbClr val="FDF6EC"/>
          </a:solidFill>
          <a:ln w="12700">
            <a:solidFill>
              <a:srgbClr val="F5E6D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783080"/>
            <a:ext cx="548640" cy="5486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912864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A23"/>
                </a:solidFill>
              </a:rPr>
              <a:t>ご継続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58584" y="2926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F3F"/>
                </a:solidFill>
              </a:rPr>
              <a:t>価値を感じたらそのまま継続。合わなければ終了でOK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A066"/>
          </a:solidFill>
          <a:ln w="12700">
            <a:solidFill>
              <a:srgbClr val="D9A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まずは無料で、</a:t>
            </a:r>
            <a:endParaRPr lang="en-US" sz="3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いつもの業務をラクにしませんか？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3108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E6D3"/>
                </a:solidFill>
              </a:rPr>
              <a:t>予約も、常連さんも、在庫も、ひとつの画面で。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E6D3"/>
                </a:solidFill>
              </a:rPr>
              <a:t>パン作りと接客の時間を、いちばん大切にできるお店へ。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8676"/>
                </a:solidFill>
              </a:rPr>
              <a:t>Bakery Hub ／ お問い合わせ：（担当者・連絡先を記入）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Bakery Hub 営業提案資料</dc:title>
  <dc:subject>PptxGenJS Presentation</dc:subject>
  <dc:creator>PptxGenJS</dc:creator>
  <cp:lastModifiedBy>PptxGenJS</cp:lastModifiedBy>
  <cp:revision>1</cp:revision>
  <dcterms:created xsi:type="dcterms:W3CDTF">2026-06-03T12:52:53Z</dcterms:created>
  <dcterms:modified xsi:type="dcterms:W3CDTF">2026-06-03T12:52:53Z</dcterms:modified>
</cp:coreProperties>
</file>