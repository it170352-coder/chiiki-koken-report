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🍞 Bakery Hub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パン屋専用 業務管理クラウド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0" y="914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予約・顧客・在庫を1画面に集約。</a:t>
            </a:r>
            <a:endParaRPr lang="en-US" sz="1350" dirty="0"/>
          </a:p>
          <a:p>
            <a:pPr algn="r" indent="0" marL="0">
              <a:buNone/>
            </a:pPr>
            <a:r>
              <a:rPr lang="en-US" sz="1350" dirty="0">
                <a:solidFill>
                  <a:srgbClr val="FF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売れ残りも、業務中断も、減らします。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こんなお悩みありませんか？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865376"/>
            <a:ext cx="201168" cy="20116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予約がLINE・電話・メモにバラバラ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2276856"/>
            <a:ext cx="201168" cy="20116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焼きすぎて廃棄が毎週出てしまう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" y="2688336"/>
            <a:ext cx="201168" cy="20116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51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常連さんの好みが記録に残らない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3099816"/>
            <a:ext cx="201168" cy="20116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問い合わせ対応で製造が中断される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492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7B39"/>
                </a:solidFill>
              </a:rPr>
              <a:t>→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35040" y="14173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 Hub が解決します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828800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C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828800"/>
            <a:ext cx="64008" cy="8686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901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予約一元管理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2128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LINE・電話の予約をまとめてクラウドで管理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52560" y="1828800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C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52560" y="1828800"/>
            <a:ext cx="64008" cy="8686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1901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顧客カルテ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89720" y="22128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常連の好み・来店履歴を自動蓄積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2834640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C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834640"/>
            <a:ext cx="64008" cy="8686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907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在庫・廃棄記録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32186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製造数・廃棄数を日次記録して最適化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2560" y="2834640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C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52560" y="2834640"/>
            <a:ext cx="64008" cy="8686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89720" y="2907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ダッシュボード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89720" y="32186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本日の予約・売上・在庫を1画面で確認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3977640"/>
            <a:ext cx="12161520" cy="18288"/>
          </a:xfrm>
          <a:prstGeom prst="rect">
            <a:avLst/>
          </a:prstGeom>
          <a:solidFill>
            <a:srgbClr val="E8D5C0"/>
          </a:solidFill>
          <a:ln w="12700">
            <a:solidFill>
              <a:srgbClr val="E8D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605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🥐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051560" y="4178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パン屋専用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5156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売切れ・取り置き・予約に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4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完全最適化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434840" y="41605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5029200" y="4178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すぐ使える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スマホのみでOK。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4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初日から現場で使える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412480" y="41605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9006840" y="4178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時間も守る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00684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業務中断を減らし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4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製造時間を守る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12161520" cy="169164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料金プラン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00400" y="5010912"/>
            <a:ext cx="3657600" cy="1261872"/>
          </a:xfrm>
          <a:prstGeom prst="rect">
            <a:avLst/>
          </a:prstGeom>
          <a:solidFill>
            <a:srgbClr val="7A4A28"/>
          </a:solidFill>
          <a:ln w="12700">
            <a:solidFill>
              <a:srgbClr val="7A4A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0" y="50474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スタータープラン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91840" y="5349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¥9,800</a:t>
            </a:r>
            <a:pPr indent="0" marL="0">
              <a:buNone/>
            </a:pPr>
            <a:r>
              <a:rPr lang="en-US" sz="1200" dirty="0">
                <a:solidFill>
                  <a:srgbClr val="F0DFC8"/>
                </a:solidFill>
              </a:rPr>
              <a:t> / 月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3291840" y="5852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1店舗・利用者3名まで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315200" y="5010912"/>
            <a:ext cx="4389120" cy="12618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06640" y="50474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スタンダードプラン  ★人気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06640" y="5349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¥19,800</a:t>
            </a:r>
            <a:pPr indent="0" marL="0">
              <a:buNone/>
            </a:pPr>
            <a:r>
              <a:rPr lang="en-US" sz="1200" dirty="0">
                <a:solidFill>
                  <a:srgbClr val="FFF0E0"/>
                </a:solidFill>
              </a:rPr>
              <a:t> / 月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7406640" y="5852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1店舗・利用者10名・分析レポート付き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65760" y="5440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まず無料でお試しください　→　https://bakery-hub-ten.vercel.app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2026-06-07T13:18:32Z</dcterms:created>
  <dcterms:modified xsi:type="dcterms:W3CDTF">2026-06-07T13:18:32Z</dcterms:modified>
</cp:coreProperties>
</file>